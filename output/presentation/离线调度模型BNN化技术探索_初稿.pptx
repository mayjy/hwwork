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044204f7247db" /><Relationship Type="http://schemas.openxmlformats.org/officeDocument/2006/relationships/extended-properties" Target="/docProps/app.xml" Id="R1880cf2f7359484c" /><Relationship Type="http://schemas.openxmlformats.org/officeDocument/2006/relationships/officeDocument" Target="/ppt/presentation.xml" Id="R5787d08381b0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6ba016ce140ba"/>
  </p:sldMasterIdLst>
  <p:notesMasterIdLst>
    <p:notesMasterId xmlns:r="http://schemas.openxmlformats.org/officeDocument/2006/relationships" r:id="R82e65d9004614f9b"/>
  </p:notesMasterIdLst>
  <p:sldIdLst>
    <p:sldId xmlns:r="http://schemas.openxmlformats.org/officeDocument/2006/relationships" id="256" r:id="Rea9f4c8b247e46b4"/>
    <p:sldId xmlns:r="http://schemas.openxmlformats.org/officeDocument/2006/relationships" id="257" r:id="R6600f7e8231a4072"/>
    <p:sldId xmlns:r="http://schemas.openxmlformats.org/officeDocument/2006/relationships" id="258" r:id="Rdde814d4aa03491d"/>
    <p:sldId xmlns:r="http://schemas.openxmlformats.org/officeDocument/2006/relationships" id="259" r:id="Rdac921ede7ef4539"/>
    <p:sldId xmlns:r="http://schemas.openxmlformats.org/officeDocument/2006/relationships" id="260" r:id="Ra64c017af0b943cd"/>
    <p:sldId xmlns:r="http://schemas.openxmlformats.org/officeDocument/2006/relationships" id="261" r:id="R18abad4bb6794d63"/>
    <p:sldId xmlns:r="http://schemas.openxmlformats.org/officeDocument/2006/relationships" id="262" r:id="R5df04491d03443e5"/>
    <p:sldId xmlns:r="http://schemas.openxmlformats.org/officeDocument/2006/relationships" id="263" r:id="Rbdce740139f74ee4"/>
    <p:sldId xmlns:r="http://schemas.openxmlformats.org/officeDocument/2006/relationships" id="264" r:id="Rc1c5fee96a8b41f1"/>
    <p:sldId xmlns:r="http://schemas.openxmlformats.org/officeDocument/2006/relationships" id="265" r:id="R60ed1dcc103042b2"/>
    <p:sldId xmlns:r="http://schemas.openxmlformats.org/officeDocument/2006/relationships" id="266" r:id="R40921d78ed0945d5"/>
    <p:sldId xmlns:r="http://schemas.openxmlformats.org/officeDocument/2006/relationships" id="267" r:id="R66db27805c7f4f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4e11d58d848d6" /><Relationship Type="http://schemas.openxmlformats.org/officeDocument/2006/relationships/slideMaster" Target="/ppt/slideMasters/slideMaster1.xml" Id="Rd546ba016ce140ba" /><Relationship Type="http://schemas.openxmlformats.org/officeDocument/2006/relationships/notesMaster" Target="/ppt/notesMasters/notesMaster1.xml" Id="R82e65d9004614f9b" /><Relationship Type="http://schemas.openxmlformats.org/officeDocument/2006/relationships/presProps" Target="/ppt/presProps.xml" Id="R75a315faf3554e99" /><Relationship Type="http://schemas.openxmlformats.org/officeDocument/2006/relationships/tableStyles" Target="/ppt/tableStyles.xml" Id="Rfba2ce43ead24d21" /><Relationship Type="http://schemas.openxmlformats.org/officeDocument/2006/relationships/slide" Target="/ppt/slides/slide1.xml" Id="Rea9f4c8b247e46b4" /><Relationship Type="http://schemas.openxmlformats.org/officeDocument/2006/relationships/slide" Target="/ppt/slides/slide2.xml" Id="R6600f7e8231a4072" /><Relationship Type="http://schemas.openxmlformats.org/officeDocument/2006/relationships/slide" Target="/ppt/slides/slide3.xml" Id="Rdde814d4aa03491d" /><Relationship Type="http://schemas.openxmlformats.org/officeDocument/2006/relationships/slide" Target="/ppt/slides/slide4.xml" Id="Rdac921ede7ef4539" /><Relationship Type="http://schemas.openxmlformats.org/officeDocument/2006/relationships/slide" Target="/ppt/slides/slide5.xml" Id="Ra64c017af0b943cd" /><Relationship Type="http://schemas.openxmlformats.org/officeDocument/2006/relationships/slide" Target="/ppt/slides/slide6.xml" Id="R18abad4bb6794d63" /><Relationship Type="http://schemas.openxmlformats.org/officeDocument/2006/relationships/slide" Target="/ppt/slides/slide7.xml" Id="R5df04491d03443e5" /><Relationship Type="http://schemas.openxmlformats.org/officeDocument/2006/relationships/slide" Target="/ppt/slides/slide8.xml" Id="Rbdce740139f74ee4" /><Relationship Type="http://schemas.openxmlformats.org/officeDocument/2006/relationships/slide" Target="/ppt/slides/slide9.xml" Id="Rc1c5fee96a8b41f1" /><Relationship Type="http://schemas.openxmlformats.org/officeDocument/2006/relationships/slide" Target="/ppt/slides/slide10.xml" Id="R60ed1dcc103042b2" /><Relationship Type="http://schemas.openxmlformats.org/officeDocument/2006/relationships/slide" Target="/ppt/slides/slide11.xml" Id="R40921d78ed0945d5" /><Relationship Type="http://schemas.openxmlformats.org/officeDocument/2006/relationships/slide" Target="/ppt/slides/slide12.xml" Id="R66db27805c7f4f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c5f58c55f7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41cee78e8a42c0" /><Relationship Type="http://schemas.openxmlformats.org/officeDocument/2006/relationships/notesMaster" Target="/ppt/notesMasters/notesMaster1.xml" Id="R3bf194d58b1c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0e26a6298464f" /><Relationship Type="http://schemas.openxmlformats.org/officeDocument/2006/relationships/notesMaster" Target="/ppt/notesMasters/notesMaster1.xml" Id="Rcbd706c892c2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5a62fb7baf4c17" /><Relationship Type="http://schemas.openxmlformats.org/officeDocument/2006/relationships/notesMaster" Target="/ppt/notesMasters/notesMaster1.xml" Id="R91be2a08226544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a2725b89f54a2a" /><Relationship Type="http://schemas.openxmlformats.org/officeDocument/2006/relationships/notesMaster" Target="/ppt/notesMasters/notesMaster1.xml" Id="Rf4e98bf7b8ab4d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e087708d574a85" /><Relationship Type="http://schemas.openxmlformats.org/officeDocument/2006/relationships/notesMaster" Target="/ppt/notesMasters/notesMaster1.xml" Id="R14b072f5f5764a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d020a65a114d7c" /><Relationship Type="http://schemas.openxmlformats.org/officeDocument/2006/relationships/notesMaster" Target="/ppt/notesMasters/notesMaster1.xml" Id="Rf8d3228aca1a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c059f029bb4320" /><Relationship Type="http://schemas.openxmlformats.org/officeDocument/2006/relationships/notesMaster" Target="/ppt/notesMasters/notesMaster1.xml" Id="Ra9769cb2659947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decdb1caeb4369" /><Relationship Type="http://schemas.openxmlformats.org/officeDocument/2006/relationships/notesMaster" Target="/ppt/notesMasters/notesMaster1.xml" Id="R90c5705bf1854f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daceb81d344394" /><Relationship Type="http://schemas.openxmlformats.org/officeDocument/2006/relationships/notesMaster" Target="/ppt/notesMasters/notesMaster1.xml" Id="R521fc8f6369d46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2c46bf377c4ab3" /><Relationship Type="http://schemas.openxmlformats.org/officeDocument/2006/relationships/notesMaster" Target="/ppt/notesMasters/notesMaster1.xml" Id="R932aac31428d46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bcc3b190bb4322" /><Relationship Type="http://schemas.openxmlformats.org/officeDocument/2006/relationships/notesMaster" Target="/ppt/notesMasters/notesMaster1.xml" Id="R867f89fd6dbc49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f76e44e8364842" /><Relationship Type="http://schemas.openxmlformats.org/officeDocument/2006/relationships/notesMaster" Target="/ppt/notesMasters/notesMaster1.xml" Id="R069e32c594a84f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开场不要先讲论文。先说明本次工作的目标：识别离线调度模型 BNN 化的主要瓶颈，并验证公开方法的适用边界。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claims; presenter-authored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这里在公司内补充模型为何需要 BNN 化，但不要展示敏感架构。强调 W1A1 是质变，而不是 W4A4 再少三位。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BiDM, arXiv:2412.05926, Sec. 1 and 3.1</a:t>
            </a:r>
          </a:p>
          <a:p xmlns:a="http://schemas.openxmlformats.org/drawingml/2006/main">
            <a:r>
              <a:t>StoMPP, arXiv:2606.27759, Sec. 1 and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这一页是全场的导航。后续不是按论文顺序介绍，而是回答三个问题：表示、监督、训练路径。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Presenter synthesis based on BiDM and StoMPP.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重点区分权重 scale、激活 scale、固定参数和输入相关动态 scale。BiDM 中不仅有权重 sigma，还把激活动态尺度里的 tiny convolution k 改成可学习。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BiDM, arXiv:2412.05926, Eq. 6-10 and Appendix Table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SPD 的三步：切 patch、构造关系矩阵、归一化后比较。随后立即指出迁移边界：二维 patch 是图像特有假设。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BiDM, arXiv:2412.05926, Sec. 3.3, Eq. 13-16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这是主动展示边界，而不是自我否定。领导和专家会更关心你是否知道为什么迁移。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Presenter synthesis based on BiDM, Sec. 3.2-3.3.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先纠正常见误解：所谓 freezing 是提交为硬二值状态。讲清 mask 与张量同形状，当前层内可部分二值。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StoMPP, arXiv:2606.27759, Sec. 3.1-3.2, Eq. 1-2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 STE-free 的机制最清晰。补充说明 StoMPP+STE 会给冻结条目代理梯度，因此梯度不是严格为零，但训练顺序仍可能影响优化。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StoMPP, arXiv:2606.27759, Sec. 3.3 and Fig.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把当前结果一般的风险提前转化为适用条件分析。论文自己的预训练 BiReal-18 实验中 StoMPP 也低于 STE，说明初始化与训练规则存在交互。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StoMPP, arXiv:2606.27759, Sec. 4.3, Table 4, Sec.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在公司内填写。结果展示优先保持同一训练预算、相同随机种子策略和相同评估协议。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claims; presenter-authored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这一页在公司内按真实结果微调。不要把单次 2%-3% 改善直接说成机制已被证明。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Presenter interpretation framework; no internal results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结束时回到开场：本次工作的价值是缩小问题空间，而不是保证每篇论文的模块都有效。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Presenter synthesis based on the proposed diagnostic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21a77cb4c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98f8f2918747d5" /><Relationship Type="http://schemas.openxmlformats.org/officeDocument/2006/relationships/slideLayout" Target="/ppt/slideLayouts/slideLayout1.xml" Id="R9d6c23455eb049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6c23455eb049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94f2894724c1f" /><Relationship Type="http://schemas.openxmlformats.org/officeDocument/2006/relationships/notesSlide" Target="/ppt/notesSlides/notesSlide1.xml" Id="Raa170a1c841b4e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03743d464c9a" /><Relationship Type="http://schemas.openxmlformats.org/officeDocument/2006/relationships/notesSlide" Target="/ppt/notesSlides/notesSlide2.xml" Id="R11fb9681aae1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6c0cd87b44fdf" /><Relationship Type="http://schemas.openxmlformats.org/officeDocument/2006/relationships/notesSlide" Target="/ppt/notesSlides/notesSlide3.xml" Id="R4699c4e9c07f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7bee2fe2a41c9" /><Relationship Type="http://schemas.openxmlformats.org/officeDocument/2006/relationships/notesSlide" Target="/ppt/notesSlides/notesSlide4.xml" Id="Rfb8693a4d73e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58de73c434389" /><Relationship Type="http://schemas.openxmlformats.org/officeDocument/2006/relationships/notesSlide" Target="/ppt/notesSlides/notesSlide5.xml" Id="Re898e11f8cab4b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fb68c80994c00" /><Relationship Type="http://schemas.openxmlformats.org/officeDocument/2006/relationships/notesSlide" Target="/ppt/notesSlides/notesSlide6.xml" Id="Recab95a29f9a40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a200a4f9140f4" /><Relationship Type="http://schemas.openxmlformats.org/officeDocument/2006/relationships/notesSlide" Target="/ppt/notesSlides/notesSlide7.xml" Id="R66c72aa79ff14e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ba0c640b64d38" /><Relationship Type="http://schemas.openxmlformats.org/officeDocument/2006/relationships/notesSlide" Target="/ppt/notesSlides/notesSlide8.xml" Id="R636489cc444a42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cc4a6fdcf4585" /><Relationship Type="http://schemas.openxmlformats.org/officeDocument/2006/relationships/notesSlide" Target="/ppt/notesSlides/notesSlide9.xml" Id="R886de2d3c7064a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98e44bb5248b6" /><Relationship Type="http://schemas.openxmlformats.org/officeDocument/2006/relationships/notesSlide" Target="/ppt/notesSlides/notesSlide10.xml" Id="R7e66cef3e86e43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e2cd474d94b71" /><Relationship Type="http://schemas.openxmlformats.org/officeDocument/2006/relationships/notesSlide" Target="/ppt/notesSlides/notesSlide11.xml" Id="R24bec5542cf847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aebad00c424c" /><Relationship Type="http://schemas.openxmlformats.org/officeDocument/2006/relationships/notesSlide" Target="/ppt/notesSlides/notesSlide12.xml" Id="R80b040f2860643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2507-DBD3-4277-9267-8C9ABBB8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技术探索 / BNN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9A835-056D-4C89-80F3-30A47361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离线调度模型的</a:t>
            </a:r>
          </a:p>
          <a:p xmlns:a="http://schemas.openxmlformats.org/drawingml/2006/main">
            <a:pPr algn="l">
              <a:defRPr sz="4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二值化训练探索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E830D-E1E8-40F3-8CBC-D7E433B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从表示补偿、监督结构到渐进训练路径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13D3C-50BA-4960-873E-548B052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"/>
            <a:ext cx="40957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212C8-43D4-4D69-94E3-965260A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1C999-0B3E-46C6-83D5-847D286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38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EEA98-4FE1-46BF-8192-327377A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4287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D6DD3-A432-48B7-8D8C-7409FF6D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9BE5C-1A0E-4F76-A689-6D89B365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428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C0A74-64AC-4236-BE48-564C8800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1762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7764D-93C8-4F05-8C6E-504BB88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公开论文启发</a:t>
            </a:r>
          </a:p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+内部场景验证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1E6EA-F5A5-4D48-A4C4-D6EA2BA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汇报人：[公司内填写]    日期：[填写]</a:t>
            </a:r>
          </a:p>
        </p:txBody>
      </p:sp>
    </p:spTree>
    <p:extLst>
      <p:ext uri="{BB962C8B-B14F-4D97-AF65-F5344CB8AC3E}">
        <p14:creationId xmlns:p14="http://schemas.microsoft.com/office/powerpoint/2010/main" val="527434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12049-A4E9-4078-9554-8EA34AC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二值化的收益明确，真正困难的是精度如何保住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670A2-E984-4CC4-A0D4-0F657B7B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AB569-A677-47E5-AD08-7DD7D04C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部署侧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5EEF4-DE1C-4208-8157-78A2DCE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训练侧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FDE10-EE1E-4F89-9A78-8BB829C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-1 / +1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894C5-DBA8-43B1-850D-DF224FE1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20C0C-9E76-4AB2-9ABC-140B4DC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显著压缩权重与激活存储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58589-011B-4E52-B24B-1D08200F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DF248-2EC6-4E72-9831-F172657A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位运算替代部分乘加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C0E7C-6B65-4BBA-9CBF-791289B9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1BB39-975A-4AA1-81BD-E5DD7EE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适合资源受限的离线部署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D173E-E132-4144-8A5D-489C552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948A0-8CF9-4673-8389-ED8619B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符号保留了，幅值消失了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1CA62-5268-406C-87C9-7CBC098A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5FF64-A3F7-445C-A78C-6473880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离散前向与连续反向不一致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25AEA-7305-475C-A00A-CD220FA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D4C93-3016-49D3-AEC9-3108E57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深层网络的误差与梯度问题累积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4A1BB-1C4B-4F15-BB2A-21D05B0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49B6E-2720-47AC-A338-1772D56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529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W1A1 与 W4A4 的难度不是线性关系</a:t>
            </a:r>
          </a:p>
        </p:txBody>
      </p:sp>
    </p:spTree>
    <p:extLst>
      <p:ext uri="{BB962C8B-B14F-4D97-AF65-F5344CB8AC3E}">
        <p14:creationId xmlns:p14="http://schemas.microsoft.com/office/powerpoint/2010/main" val="19144365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A6375-0426-4933-8E99-61788029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把精度损失拆成三类问题，才能判断方法为何有效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9B9E5-25C5-4DAE-B6FE-BB619609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5FBAB-F0F5-433F-89E0-2FDA9CC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D09F1-13AC-4448-B2B6-EB01E8F3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表示幅值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B454B-5501-427D-9797-38F1DB6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8D299-68A3-49C5-9F3F-15FD158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Sign 只保留符号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固定尺度难匹配动态范围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55433-5C8F-4A90-B3D8-8C8B33EF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55955-B0AC-4C3F-ADFF-0A0BA3D3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Learnable Scale / TBS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649FA-3C38-4A6A-A716-F10CC16C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2FECC-C87B-491D-ACA5-6E6665D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监督结构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228EC-0F8E-4D9C-803F-32B8C206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2DFF8-D92F-43B4-987B-73C92722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二值学生容量有限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逐点模仿教师可能过难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61DB7-B646-42B0-BA8E-0ADB6A8D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FF218-1DF9-4F26-BB03-1A43C48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387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SPD / Relation Distill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0DBE2-1CB0-4775-812B-45164D62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92606-2B90-48E0-9105-25DABA97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训练路径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0F2F1-4A9C-4C11-9D59-271DEFB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EA608-6CD1-46CB-9200-DC3EC76C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全网过早进入硬二值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深层梯度路径可能受阻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31E9F-B25E-4467-90E9-206F5007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A30C2-3028-4C7C-B1D0-8A645F2D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StoMPP</a:t>
            </a:r>
          </a:p>
        </p:txBody>
      </p:sp>
    </p:spTree>
    <p:extLst>
      <p:ext uri="{BB962C8B-B14F-4D97-AF65-F5344CB8AC3E}">
        <p14:creationId xmlns:p14="http://schemas.microsoft.com/office/powerpoint/2010/main" val="142813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00839-8DD7-41BC-8A2A-D9E923C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可学习尺度用少量连续信息，补回 Sign 丢失的幅值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C8968-6E5F-491A-999B-33EC5F6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0A5C-2103-4774-9DDC-591E068D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朴素二值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7E176-4732-44F4-AD43-511DEB0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aᵦ = sign(a)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683AD-9B90-4904-BE4F-3A7E35D2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0.01 与 20 最终都变成 +1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3163A-B460-45BB-B1B5-6D22E884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70F34-9662-4C4A-A1F3-9FC993A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1935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48DE4-0D1B-4B44-9AA9-6B0713E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尺度补偿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C3210-73CC-407E-B700-E6E39D2A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aᵦ = K · sign(a)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16332-BD8C-43CD-BD8E-2F06F1C7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K 恢复这一层、通道或位置的大致强度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FE7A9-5F00-424D-AFC5-CDBFF891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10744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24F61-295D-472C-AABA-AA566A1C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迁移判断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F2826-1B7F-4162-AE1C-DF53C21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如果调度模型不同层、样本、节点或决策阶段的激活范围差异明显，固定尺度就可能成为瓶颈。</a:t>
            </a:r>
          </a:p>
        </p:txBody>
      </p:sp>
    </p:spTree>
    <p:extLst>
      <p:ext uri="{BB962C8B-B14F-4D97-AF65-F5344CB8AC3E}">
        <p14:creationId xmlns:p14="http://schemas.microsoft.com/office/powerpoint/2010/main" val="17560630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4D4C6-A020-42DB-B01D-9BC5314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SPD 不要求逐点抄写教师，而是匹配局部关系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6961F-3BEE-41A1-A03C-F9F603EE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214EB-3D17-49F4-918E-FC6660F8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传统特征蒸馏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BEC9D-9DC5-4D6A-AC69-6A7F8E7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E68A-7812-485E-94A1-B306DFC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Teacher 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9EB47-BEF0-4732-9656-D9BE2BD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242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逐点 L2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ABF2-A541-40B1-9FCC-287A36ED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误差大的位置主导；W1A1 学生很难精细复现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8BD52-84C2-486C-945E-1369D25D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565E1-3194-4FF1-B360-5FB93E5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627A1-1490-475E-BE13-6FB5468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Space Patched Distillation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BB2A3-767A-479D-A599-F197913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12B72-D86F-42F2-BC92-D3058F1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Patch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6D641-03C8-44BF-8BA8-1CC3ACC9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E96F1-0686-4154-A5E8-2AACEA76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Patch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C2FFA-D6B8-4E93-9DEC-3ED9C55A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E3EEF-9DB3-4875-A704-069FA998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Patch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16DB3-D377-4D2B-BE27-A9F5D121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3996D-0813-4F25-9F91-B201E084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574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Patch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663A7-D699-4AED-BBDA-41D132B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每个 patch 内：A = P · Pᵀ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AC149-8300-44C6-B37F-87C46B9C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匹配局部关系，而非绝对数值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BC152-3323-4DAE-BCC4-368B82DA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关键边界：调度张量的“相邻位置”是否真的语义相邻？</a:t>
            </a:r>
          </a:p>
        </p:txBody>
      </p:sp>
    </p:spTree>
    <p:extLst>
      <p:ext uri="{BB962C8B-B14F-4D97-AF65-F5344CB8AC3E}">
        <p14:creationId xmlns:p14="http://schemas.microsoft.com/office/powerpoint/2010/main" val="3785633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070B-A0E4-4205-B5D7-97A847E3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从扩散模型迁移时，三种机制的成立条件并不相同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CA2BA-2BF4-4417-B296-BD78BB3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600200"/>
          <a:ext xmlns:a="http://schemas.openxmlformats.org/drawingml/2006/main" cx="11163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95625"/>
                <a:gridCol w="4048125"/>
                <a:gridCol w="20193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原论文成立条件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 BNN 需要验证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迁移判断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Learnable scale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激活范围动态变化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层/节点/阶段的幅值差异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较强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timestep 连接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相邻去噪步特征相似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是否存在对应的相邻决策状态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条件性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二维空间局部性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是否存在有语义的邻域分组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较弱 / 需改造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F2EA7-56B7-42E0-9446-3F8B2FD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迁移不是复制结构，而是验证原方法依赖的观察是否仍然成立。</a:t>
            </a:r>
          </a:p>
        </p:txBody>
      </p:sp>
    </p:spTree>
    <p:extLst>
      <p:ext uri="{BB962C8B-B14F-4D97-AF65-F5344CB8AC3E}">
        <p14:creationId xmlns:p14="http://schemas.microsoft.com/office/powerpoint/2010/main" val="6263003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FA31D-2D9C-4D96-9351-BFF32379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StoMPP 改变的不是网络结构，而是进入硬二值的路径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19F62-034C-4B7E-AC77-F2E34375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F7C3B-B62E-45C0-9D7F-82D06F61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u′ = M · sign(u) + (1−M) · Smooth(u)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27268-E54D-44CA-BB76-2CC7BDC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M = 0：连续代理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120DB-9EA7-4068-A50F-BCCDF39B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M = 1：硬二值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ECEFB-F165-4E63-AF44-FB05B1D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3BCA2-7AF4-4C0E-94DF-0A1D4B8B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00FBD-ECA7-4007-B680-8556D82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CAC87-3E59-40DC-A805-81EC2F3E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F4AC5-3CEE-4BD2-BBBF-373EBA47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00A4D-AB7A-4875-A44F-0DED931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A58E9-0888-46D5-BF8D-5C634D90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4B838-FE81-4A3D-B00D-00EAD438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16267-419F-4429-8214-3899093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E12BA-DDA7-4805-B165-DAEC929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03894-6C0B-4857-BFB6-6EA0A049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66461-3177-4EB6-9A98-F7912B43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DA7DD-D9AE-4150-8B69-82C55640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200F7-D091-4518-9CA5-E9A1ABA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D57DF-3FF5-465B-B5F2-8ADAEADE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EA31A-88D0-4905-9932-457EE8FC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506A2-F681-40B4-9080-46F0A7D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74B52-F666-472E-99C1-87E5F5BC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A6467-DC15-40D9-A932-601F6464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29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F2F85-7642-49CA-86B4-4FAA97D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90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E0CD6-1881-4EDD-884C-7548F03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A8A4E-9D5D-4A64-8BA2-71B55CD7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1485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B3059-9B81-47FC-B5B8-91ACBBF6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训练推进：当前层中被冻结的条目比例从 0 增至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8B58F-DF76-4156-AD4B-4348F39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注意：这不是停止更新整层参数，而是逐条目切换 continuous / sign。</a:t>
            </a:r>
          </a:p>
        </p:txBody>
      </p:sp>
    </p:spTree>
    <p:extLst>
      <p:ext uri="{BB962C8B-B14F-4D97-AF65-F5344CB8AC3E}">
        <p14:creationId xmlns:p14="http://schemas.microsoft.com/office/powerpoint/2010/main" val="341689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767030-7B09-4121-A956-AFD2E5C1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输入到输出的顺序，为当前过渡层保留可导后缀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1848B-297A-4528-9556-DAE5E71A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6A054-F047-4E09-B4B9-E32291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8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835D"/>
                </a:solidFill>
                <a:latin typeface="Microsoft YaHei"/>
                <a:ea typeface="Microsoft YaHei"/>
                <a:cs typeface="Microsoft YaHei"/>
              </a:rPr>
              <a:t>Forward layerwise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5459A-D97B-4A47-85D7-DE15FEBD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ABC3C-233F-4B7D-B721-950197B5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已二值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B429A-9265-4AD8-8810-8100728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955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58200-6752-41E4-8DE1-13C1084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F68CA-4903-464F-B416-F9B0564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35059-8990-4993-8886-8CB334B7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已二值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1E12B-66DB-4A54-866D-8606795B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955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40AE1-0031-44F7-862D-4C0D763F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38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4FCA2-A988-493F-A35B-267ABD3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099DA-D6B7-4846-9B71-FB16A832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过渡层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B69B1-D114-4D53-86CF-3D4632D2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B8EE9-B479-4E3D-B4B6-A2F2BD5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38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06C55-499E-46ED-A7DB-99C48BC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41213-FCD1-4109-B521-193E2766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连续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C27F8-A32D-47BB-9EBB-A1492E2F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955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3A6C2-02FC-47FE-B3F1-F01066E6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38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CFFE8-B6E9-4589-A64D-228DC8A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D2542-207C-46DC-AD2C-34CA223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连续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1AB30-68C1-4A7A-97B8-346B53F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55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148D3-B1FF-4CBB-B9F6-20D52CB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38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B5C51-070C-442F-BDE3-EB6ADEB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C4B5D-6651-40F7-974F-E0F1416A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连续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CE5DC-1A7B-40B4-80C2-54A75FD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955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A43C6-54B4-4356-BC12-0968D116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38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67446-F3AA-42A6-9791-C46BA486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0648C-5C51-45EF-ABDF-F40A9903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241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连续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DB7423-6D8B-49E2-A4C6-80900DB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8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835D"/>
                </a:solidFill>
                <a:latin typeface="Microsoft YaHei"/>
                <a:ea typeface="Microsoft YaHei"/>
                <a:cs typeface="Microsoft YaHei"/>
              </a:rPr>
              <a:t>Loss 梯度可穿过连续后缀，到达当前过渡层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89F86-CA79-4B49-B710-18072C3A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Reverse layerwise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05E88-42C8-4583-98C6-CC7BA7C3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C5A053-70FE-452C-9EBC-4FDD088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待训练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588BC-1115-452A-A9F7-1F79F2F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791D74-2AA3-49E1-B864-D23D6D6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待训练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AB29C8-8180-427F-AF17-01346C76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09EC8-C1DA-4AD7-90BA-A8D95FC2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待训练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58860B-EC0C-4C76-AA6A-3A5B37C9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825161-6455-4CE3-BF65-87C6178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待训练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64EED3-9CF5-48D8-96B1-FAE3B2F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9CD5D-5A71-4B06-9547-DDBB464B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过渡层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3577C-DCD2-4053-BE33-B4375FB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CC7BD9-F720-4AD5-A8C1-74C69BB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已二值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99CB64-5F04-48B7-AA6C-0A4266B0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6D1F41-DBB0-441C-A32C-82AC382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已二值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ECB572-6A6F-4FEF-9EFD-E1E5B5A0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后段硬 Sign 可能先切断前面层的梯度</a:t>
            </a:r>
          </a:p>
        </p:txBody>
      </p:sp>
    </p:spTree>
    <p:extLst>
      <p:ext uri="{BB962C8B-B14F-4D97-AF65-F5344CB8AC3E}">
        <p14:creationId xmlns:p14="http://schemas.microsoft.com/office/powerpoint/2010/main" val="5071770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3FC40-C54D-46D8-A040-1093BFB4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StoMPP 最可能在深层 W1A1 从头训练中体现价值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EB310-FF80-4E55-BAB3-751267B9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AAE32-1854-4AEB-A342-754D7BF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8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835D"/>
                </a:solidFill>
                <a:latin typeface="Microsoft YaHei"/>
                <a:ea typeface="Microsoft YaHei"/>
                <a:cs typeface="Microsoft YaHei"/>
              </a:rPr>
              <a:t>更可能有效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7A609-3C68-4EEA-95F6-3A4FE27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8FE5C-F54C-44F0-A71F-C2DA7982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权重和激活都接近 W1A1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BFF0F-7AD3-419C-BC89-FE2E5DA4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72D94-465D-4689-88AB-77DD63CA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网络深，存在随深度退化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13563-6BBF-469B-8F82-00FC64B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DC549-B57A-4753-AC2E-E1E30A9F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从头训练或需要大幅适应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FA0F1-8AE6-4C30-8B42-6B5A3AA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4DEF0-347C-4C2C-A8F2-A0CA7FFB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硬 Sign 后梯度明显衰减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A5B77-0ACE-46D1-A8BE-4D8455FE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09700"/>
            <a:ext cx="19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D9E9F-7349-4D81-8585-E905CAA1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049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收益可能较小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E9F06-728E-4F6D-B002-8994152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88C40-9D72-4360-A8FF-0DD6B3EA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W4A4 等多比特量化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CB222-27C0-4C33-972B-FD2099AA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47C22-4467-403B-BB90-B5A8889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只量化权重，激活连续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98835-6DAD-4F40-83C4-EC3FA0E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70B2E-27C0-4A48-80CD-3960587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预训练微调、网络较浅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2166B-5C56-4CF3-AF04-AAFD37E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B3C3A-B10E-4852-A09F-B1CD4E5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481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STE 或残差路径已提供梯度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E23D4-4F7B-4C91-9E7F-1C415A47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4DC71-02DC-4851-82A2-1DE7017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没有提升 ≠ 方法错误；可能是当前模型并不存在论文所针对的主要矛盾。</a:t>
            </a:r>
          </a:p>
        </p:txBody>
      </p:sp>
    </p:spTree>
    <p:extLst>
      <p:ext uri="{BB962C8B-B14F-4D97-AF65-F5344CB8AC3E}">
        <p14:creationId xmlns:p14="http://schemas.microsoft.com/office/powerpoint/2010/main" val="14775991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6625A-B2F5-4B45-9A9B-8DB86B2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内部实验只需回答：哪个瓶颈得到了证据支持？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0FAA0-2B50-4189-A665-440854B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95300" y="1476375"/>
          <a:ext xmlns:a="http://schemas.openxmlformats.org/drawingml/2006/main" cx="11201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190625"/>
                <a:gridCol w="2000250"/>
                <a:gridCol w="1714500"/>
                <a:gridCol w="2190750"/>
                <a:gridCol w="1914525"/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位宽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相对基线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训练现象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91440" marR="91440" marT="45720" marB="45720">
                    <a:solidFill>
                      <a:srgbClr val="10111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W[ ]A[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[公司内填写]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Learnable Scale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W[ ]A[ 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幅值假设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Distillation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W[ ]A[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监督假设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Progressive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W[ ]A[ 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1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路径假设</a:t>
                      </a:r>
                    </a:p>
                  </a:txBody>
                  <a:tcPr marL="91440" marR="91440" marT="45720" marB="45720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54D54-F8EA-463B-9841-06E3ED42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公司内替换占位符；不要把内部结果提交到公开仓库。</a:t>
            </a:r>
          </a:p>
        </p:txBody>
      </p:sp>
    </p:spTree>
    <p:extLst>
      <p:ext uri="{BB962C8B-B14F-4D97-AF65-F5344CB8AC3E}">
        <p14:creationId xmlns:p14="http://schemas.microsoft.com/office/powerpoint/2010/main" val="1951146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09B67-97DF-4356-BBBE-18C6F9E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当前现象可以形成判断，但机制结论仍需诊断证据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5DBBB-F019-4311-AF01-A5972A4B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581E1-AE08-4BEB-A787-ED9BC24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07957-2DF2-4923-BDB2-CFD2923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Scale 有正收益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BBFDE-F4B0-40CC-AEB6-13ADC2C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E42C9-83A4-46E4-91C8-8238621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686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与幅值失配假设一致</a:t>
            </a:r>
          </a:p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建议补：尺度分布与特征误差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700C5-2F29-45CE-907B-59722B3E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B29B1-23B6-40C5-A07A-76ACF553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SPD 收益有限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DA684-BABB-42B8-8637-1D71623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3D20B-4BF4-40C1-AC20-B3144279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2686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先检查局部性是否成立</a:t>
            </a:r>
          </a:p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再检查教师对齐与梯度冲突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AC252-3D0A-4768-BB39-EDB42F5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BCD0C-C098-4350-A202-F26039C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Layerwise 收益有限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3B990-202E-4D73-91F9-5D77163A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7D213-92BD-4B91-86DB-62FAB228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686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先核对位宽、深度和训练起点</a:t>
            </a:r>
          </a:p>
          <a:p xmlns:a="http://schemas.openxmlformats.org/drawingml/2006/main">
            <a:pPr algn="l">
              <a:def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再做 forward / global / reverse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3E2FA-8595-4301-972A-E9223444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措辞原则：论文范围内说“论文表明”；内部现象说“与假设一致”；原因未验证时说“推测”。</a:t>
            </a:r>
          </a:p>
        </p:txBody>
      </p:sp>
    </p:spTree>
    <p:extLst>
      <p:ext uri="{BB962C8B-B14F-4D97-AF65-F5344CB8AC3E}">
        <p14:creationId xmlns:p14="http://schemas.microsoft.com/office/powerpoint/2010/main" val="7939386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46653-B9B9-460A-AFB3-2DFDC96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下一步不做大范围调参，先用最小实验定位主要瓶颈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69B3-E95B-4FDA-B0AD-9941AA0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32D14-930B-4B00-85E5-734E11A5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/ 表示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053CD-960C-4324-866D-82E378D4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尺度粒度消融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EDF76-A6EA-4911-9799-92F18A2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8AF6E-9979-4812-AD33-4D660759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固定 vs. 可学习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per-tensor vs. per-channel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记录特征误差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A6BD5-E8E6-4D11-878A-0AD5DD8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/ 监督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8DA70-5FC1-4A81-A6C5-1AEB144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语义分组蒸馏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92734-E666-4BD9-A404-1B24E1B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19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C5335-CA2A-4C91-ACA7-5A800336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输出蒸馏 vs. L2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关系蒸馏需按任务语义分组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9E266-9400-4604-A248-DD0537E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/ 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FB13F-C535-4A79-890B-179A1869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顺序与梯度诊断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710DA-A22E-4C0B-9A66-1F8602B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9C28C-6E74-45D2-94CE-4388347E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forward / global / reverse</a:t>
            </a:r>
          </a:p>
          <a:p xmlns:a="http://schemas.openxmlformats.org/drawingml/2006/main">
            <a:pPr algn="l">
              <a:def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36E"/>
                </a:solidFill>
                <a:latin typeface="Microsoft YaHei"/>
                <a:ea typeface="Microsoft YaHei"/>
                <a:cs typeface="Microsoft YaHei"/>
              </a:rPr>
              <a:t>记录逐层 gradient norm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88DA0-5F63-455C-888E-E0CCAB61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7E797-8072-46FB-8239-6BF8DEC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061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目标：把“方法有没有提升”转化为“调度 BNN 的主要误差来自哪里”。</a:t>
            </a:r>
          </a:p>
        </p:txBody>
      </p:sp>
    </p:spTree>
    <p:extLst>
      <p:ext uri="{BB962C8B-B14F-4D97-AF65-F5344CB8AC3E}">
        <p14:creationId xmlns:p14="http://schemas.microsoft.com/office/powerpoint/2010/main" val="64123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2026-08-22T18:08:44.4510000Z</dcterms:created>
  <dcterms:modified xsi:type="dcterms:W3CDTF">2026-08-22T18:08:44.4510000Z</dcterms:modified>
</coreProperties>
</file>